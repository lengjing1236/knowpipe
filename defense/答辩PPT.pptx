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</a:defRPr>
            </a:pPr>
            <a:r>
              <a:t>基于 Spark 与 MongoDB 的多源技术内容</a:t>
            </a:r>
            <a:br/>
            <a:r>
              <a:t>知识挖掘与个性化发现系统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33333"/>
                </a:solidFill>
              </a:defRPr>
            </a:pPr>
            <a:r>
              <a:t>组员：陶文杰　陈铭宇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大数据综合实践课程项目答辩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项目目标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从 Stack Exchange（技术问答，主源）与 arXiv CS（论文摘要，补充源）采集技术内容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用 Spark 完成清洗、去重、关键词与主题挖掘、相似度计算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面向单个用户做知识“已知/需深化/全新/疑似冲突”四态判定，并给出个性化推荐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四层架构总览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206240"/>
              </a:tblGrid>
              <a:tr h="65836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层次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课程定义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本项目落地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交互层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用户交互、可视化输出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Flask 页面 + 原生 JS fetch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业务逻辑层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承接前端请求、调度数据与挖掘接口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Flask Blueprint 路由、鉴权、判定规则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数据管理与挖掘层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存储/检索/管理/分析挖掘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MongoDB 集合设计与索引、聚合查询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大数据底层处理层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大规模分布式存储与计算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PySpark：TF-IDF/KMeans/相似度/推荐分数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技术选型与取舍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批处理引擎：Spark（不用 Flink/Kafka）—— 一次性批量挖掘任务，无需流式处理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存储：MongoDB（不用图数据库/键值库/时序库）—— 半结构化文档契合技术内容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宪法明确禁止：“线程池代替 Spark”“JSONL/SQLite 代替 MongoDB”“CLI/Markdown 代替 Web”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鉴权：Flask 内置 session + Werkzeug 密码哈希（不引入 Flask-Login/JWT，避免过度设计）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SDD 方法论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speckit-specify → spec.md（用户故事/验收标准/边界情况，不含实现细节）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speckit-plan → research.md（技术决策+理由+备选方案）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plan.md（宪法逐条自查）+ data-model.md + contracts/ + quickstart.md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speckit-tasks → tasks.md（按用户故事分组的任务清单，标注依赖与并行关系）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speckit-implement → 代码 + tasks.md 勾选留痕 + evidence/acceptance-record.md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项目宪法核心原则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Principle I（不可协商）：TF-IDF、KMeans、相似度、推荐分数必须由 Spark 产出并留有可检查证据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LLM 只能做推荐理由润色、“疑似冲突”候选生成等辅助环节，不能替代核心计算结果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Principle II：分类判定对象是“知识单元”（关键词/主题簇），不是整篇文档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每次判定必须可追溯到具体依据；possible_conflict 须人工复核后才对用户可见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Feature 1 —— 数据管道与 Spark 挖掘（陶文杰负责）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目标：Stack Exchange + arXiv CS 采集 → Spark 清洗/去重/TF-IDF/KMeans/相似度 → MongoDB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数据来源：Stack Exchange 四站点轮换（stackoverflow/serverfault/superuser/askubuntu）+ arXiv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Spark 计算：PySpark DataFrame + MLlib —— TF-IDF 关键词、KMeans 主题聚类、文档相似度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3 个用户故事：US1 最小链路（100+100）/ US2 规模化（≥10,000）/ US3 幂等更新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Feature 1 —— MongoDB 数据模型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documents：doc_id / source / title / body_text / quality / batch_id；唯一索引 source+doc_id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mining_results：doc_id / batch_id / keywords[] / topic_cluster_id / similar_doc_ids / reliable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 • 同一文档跨批次的历史结果保留、不覆盖，documents 只维护指向最新批次的摘要引用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batches：batch_id / started_at / finished_at / input_count / valid_count / failed_count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Feature 1 —— 遇到的问题与修复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① 性能缺陷：相似度两两比较是 O(簇大小²) 的纯 Python 循环，KMeans 分簇不均衡，10500 条时进程被杀死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• 修复：超阈值簇先用小规模 Spark KMeans 递归拆分成有界子组再比较；3000条103s，10500条240s均可跑完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② 数据完整性缺陷：Stack Exchange 跨站点 question_id 撞号，source 字段为常量导致 11 条静默覆盖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• 修复：doc_id 增加站点前缀（如 serverfault-12345），保证全局唯一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Feature 1 —— 验收结果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环境验证：PySpark 4.2.0 + Java 17 + MongoDB 7.0.14（真实实例）全部通过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US1：100+100 条最小链路（batch_id 20260905-7442679d），运行统计查询耗时 0.007 秒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US3：3 个幂等更新测试用例全部通过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US2：≥10,000 条规模化因 API 配额+限流暂标“待补充”，已验证性跑通 9,986 条确认修复生效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测试套件：35 个单元测试全部通过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Feature 2 —— 个性化知识分类与 Web 展示（陈铭宇负责）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目标：基于 Feature 1 产出，判定每个知识单元 known/refine/new/possible_conflict 四态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提供鉴权 API 与 Web 页面展示个性化推荐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3 个用户故事：US1 最小垂直切片 / US2 规模化判定+基线对比 / US3 反馈闭环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核心架构取舍：分类判定为什么不用 Spark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分类判定（known/refine/new/possible_conflict）：纯 Python 规则函数，不经 Spark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推荐分数：PySpark DataFrame 批量计算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score = α×主题相关度 + β×新增关键词比例 + γ×文档质量 - ε×已读惩罚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理由：分类判定依赖单个用户画像，画像变化频率远高于文档规模变化；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 • 强制用 Spark 会导致每次修改画像都要重跑作业，与“实时反映”要求冲突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Feature 2 —— 数据模型与状态机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users / user_profiles（known_topics/known_keywords/read_doc_ids/feedback_history）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user_knowledge：user_id + knowledge_id 复合唯一索引，格式 kw:{term} 或 topic:{id}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状态机：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• 关键词/主题簇均未命中 → new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• 命中主题簇且有明显新增内容 → refine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• 关键词高度重合 → known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• 疑似冲突 + 人工复核通过 → possible_conflict（复核前对外仍显示 new/refine）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API 契约与鉴权模型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8 个接口（公开 4 个 / 需登录 4 个）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公开：register / login / topics / documents/{source}/{doc_id}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需登录：logout / recommendations（mode=personalized|baseline） / profile/topics / profile/feedback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鉴权模型：Flask session；未登录 → 401；session 有效但请求他人 user_id → 403（直接拒绝不静默改写）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Feature 2 —— 真实验收（5 个 quickstart 步骤）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① 最小链路：注册→登录→设置已知主题→推荐结果带判定依据 ✅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② 新用户默认全部 new（无画像基础不臆断已知） ✅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③ 鉴权边界：未登录 401、越权请求 403 ✅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④ 反馈闭环：提交“确认已知”后，对应知识单元由 new 变为 known ✅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⑤ 规模化+基线对比：personalized 与 baseline 两组结果明显不同 ✅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全部基于真实 MongoDB + 真实 local[*] Spark，未使用测试替身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两个 Feature 的集成边界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Feature 2 只读依赖 Feature 1 的 documents/mining_results 集合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不修改其结构，不导入其内部实现，仅通过 MongoDB 查询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唯一显式复用：knowpipe/mining/batch.py 的批次证据结构（BatchStats/new_batch_id）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代码审计（T050）确认：knowpipe/web/*.py 中未出现任何写操作，只读边界经过硬性检查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分工、测试与总结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291840"/>
                <a:gridCol w="5303520"/>
                <a:gridCol w="118872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成员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负责层次/模块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具体工作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陶文杰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数据源与 Spark 层、挖掘与评价层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采集/清洗去重/TF-IDF；相似度计算、基线对比与指标评测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陈铭宇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MongoDB 与业务层、用户与交互层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集合设计/索引/幂等写入、业务 API；用户画像、推荐页面开发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383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测试总览：全仓库 88 个单元/契约测试全部通过（Feature 1: 35个，Feature 2 新增 53个）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含 mongomock 单测 + 真实 MongoDB/local[*] Spark 的规模验证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遗留项：Feature 1 万级规模最终验收待外部 API 限流解除后补充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