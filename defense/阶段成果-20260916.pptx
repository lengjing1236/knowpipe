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从订阅更新，到可追溯的知识产物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技术文献 + 播客文字稿：多源知识发现与学习辅助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Spark 负责核心文本计算，MongoDB 保存数据与处理证据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本次交付：可部署 Web、播客订阅、分析通知与评价工具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尚待完成：公网发布、万条最终批次、真实人工评价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四层架构与进程边界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交互层：响应式网页、文字稿阅读、站内 SSE 通知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业务层：账户、画像、订阅、任务状态与结果查询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数据层：MongoDB 文档、唯一索引、批次、持久通知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计算层：独立 worker + Spark TF-IDF / KMeans / 相似度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部署：Caddy HTTPS → Gunicorn；计算与 Web 分开运行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用户可操作的知识工作台</a:t>
            </a:r>
          </a:p>
        </p:txBody>
      </p:sp>
      <p:pic>
        <p:nvPicPr>
          <p:cNvPr id="4" name="Picture 3" descr="browser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448991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登录后自动恢复身份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订阅动态与缺失文字稿状态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手机页面无横向溢出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数字来自真实数据库</a:t>
            </a:r>
          </a:p>
          <a:p>
            <a:pPr>
              <a:spcAft>
                <a:spcPts val="1600"/>
              </a:spcAft>
              <a:defRPr sz="2100">
                <a:solidFill>
                  <a:srgbClr val="20342E"/>
                </a:solidFill>
                <a:latin typeface="Microsoft YaHei"/>
              </a:defRPr>
            </a:pPr>
            <a:r>
              <a:t>截图为合成验收样例，文献数为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文字稿加工：每一步都能解释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公开官方文字稿，或用户补充的文本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中英文分词 → Spark TF-IDF → 主题分组 → 相似片段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关键词权重、原文片段、批次和 application id 可查看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单段/重复内容显式词频降级，不伪造多主题结果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没有文字稿时保持等待；当前不自动转写音频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分钟级增量处理与通知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默认每 5 分钟轮询 RSS，完成后通过 SSE 通知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首次回填 3 集，后续最多检查 RSS 最近 100 集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唯一键去重、最多三次自动重试、租约过期恢复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每用户每节目一条通知，订阅与通知访问相互隔离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这是定期增量批处理，不是直播流处理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Spark 改进与算法边界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文献相似度从 driver 循环迁移到 Spark task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仍采用有界候选组：不是全库精确近邻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播客相似度通过 Spark SQL 稀疏词项连接与聚合计算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批次记录 Spark master / application id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本轮验证 local[2]；公网部署不代表多机集群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验证证据与规约驱动过程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codegraph 上下文分析 → spec / plan / tasks / 契约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先行失败测试 → 实现 → 自动验证 → 验收记录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97 项完整测试通过，Spark 测试使用真实 Java / PySpark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真实 Mongo + 双进程 Gunicorn + 浏览器流程通过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真实库合成切片：2 集、2 文本段、重复轮询后 1 条通知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推荐效果：需要真实人工标签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为不同用户画像构造个性化与对照基线排名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同一文档统一 ID，候选合并后进行盲标 0–3 相关性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工具计算 Precision@K、NDCG@K 和差值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未标注拒绝计算；短列表不提高分母优势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工具已验证，真实评价尚未完成，不宣称质量提升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245B45"/>
                </a:solidFill>
                <a:latin typeface="Microsoft YaHei"/>
              </a:defRPr>
            </a:pPr>
            <a:r>
              <a:t>KNOWPIPE  /  2026.09.16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245B45"/>
                </a:solidFill>
                <a:latin typeface="Microsoft YaHei"/>
              </a:defRPr>
            </a:pPr>
            <a:r>
              <a:t>下一步与最终验收门槛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服务器 + 域名：完成外部网络 HTTPS 与重启持久化验收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最终数据：至少 10,000 条有效 Stack Exchange + arXiv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目标播客：验证真实节目与文字稿；按资源决定自动转写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真实人工评价：至少两种画像并保留标注依据</a:t>
            </a:r>
          </a:p>
          <a:p>
            <a:pPr>
              <a:spcAft>
                <a:spcPts val="1600"/>
              </a:spcAft>
              <a:defRPr sz="2300">
                <a:solidFill>
                  <a:srgbClr val="20342E"/>
                </a:solidFill>
                <a:latin typeface="Microsoft YaHei"/>
              </a:defRPr>
            </a:pPr>
            <a:r>
              <a:t>后续优先：跨节目趋势、播客与技术文献关联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>
                <a:solidFill>
                  <a:srgbClr val="20342E"/>
                </a:solidFill>
                <a:latin typeface="Microsoft YaHei"/>
              </a:defRPr>
            </a:pPr>
            <a:r>
              <a:t>阶段成果 · 已验证与待验收分开记录                       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